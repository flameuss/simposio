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2399288" cy="43200638"/>
  <p:notesSz cx="6858000" cy="9144000"/>
  <p:embeddedFontLst>
    <p:embeddedFont>
      <p:font typeface="Atsanee Bold" panose="020B0604020202020204" charset="-34"/>
      <p:regular r:id="rId3"/>
    </p:embeddedFont>
    <p:embeddedFont>
      <p:font typeface="Tex Gyre Termes Bold" panose="020B0604020202020204" charset="0"/>
      <p:regular r:id="rId4"/>
    </p:embeddedFont>
    <p:embeddedFont>
      <p:font typeface="Times New Roman Bold" panose="020B0604020202020204" charset="0"/>
      <p:regular r:id="rId5"/>
    </p:embeddedFont>
    <p:embeddedFont>
      <p:font typeface="Track" panose="020B0604020202020204" charset="0"/>
      <p:regular r:id="rId6"/>
    </p:embeddedFont>
  </p:embeddedFontLst>
  <p:defaultTextStyle>
    <a:defPPr>
      <a:defRPr lang="en-US"/>
    </a:defPPr>
    <a:lvl1pPr marL="0" algn="l" defTabSz="9144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6" algn="l" defTabSz="9144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91" algn="l" defTabSz="9144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37" algn="l" defTabSz="9144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83" algn="l" defTabSz="9144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229" algn="l" defTabSz="9144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74" algn="l" defTabSz="9144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720" algn="l" defTabSz="9144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66" algn="l" defTabSz="91449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7" d="100"/>
          <a:sy n="17" d="100"/>
        </p:scale>
        <p:origin x="309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microsoft.com/office/2016/11/relationships/changesInfo" Target="changesInfos/changesInfo1.xml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Garcia" userId="6592562168ae0b36" providerId="LiveId" clId="{A8345855-1106-4DA4-A447-00487C226595}"/>
    <pc:docChg chg="modSld">
      <pc:chgData name="Amanda Garcia" userId="6592562168ae0b36" providerId="LiveId" clId="{A8345855-1106-4DA4-A447-00487C226595}" dt="2026-07-01T22:19:49.496" v="2" actId="1076"/>
      <pc:docMkLst>
        <pc:docMk/>
      </pc:docMkLst>
      <pc:sldChg chg="modSp mod">
        <pc:chgData name="Amanda Garcia" userId="6592562168ae0b36" providerId="LiveId" clId="{A8345855-1106-4DA4-A447-00487C226595}" dt="2026-07-01T22:19:49.496" v="2" actId="1076"/>
        <pc:sldMkLst>
          <pc:docMk/>
          <pc:sldMk cId="0" sldId="256"/>
        </pc:sldMkLst>
        <pc:spChg chg="mod">
          <ac:chgData name="Amanda Garcia" userId="6592562168ae0b36" providerId="LiveId" clId="{A8345855-1106-4DA4-A447-00487C226595}" dt="2026-07-01T22:19:49.496" v="2" actId="1076"/>
          <ac:spMkLst>
            <pc:docMk/>
            <pc:sldMk cId="0" sldId="256"/>
            <ac:spMk id="18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34" y="2130817"/>
            <a:ext cx="7772781" cy="14702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67" y="3886914"/>
            <a:ext cx="6401114" cy="17529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48" y="4407711"/>
            <a:ext cx="7772781" cy="1362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48" y="2907248"/>
            <a:ext cx="7772781" cy="15004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22" y="1600494"/>
            <a:ext cx="4038798" cy="452679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428" y="1600494"/>
            <a:ext cx="4038798" cy="452679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22" y="1535395"/>
            <a:ext cx="4040386" cy="6398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22" y="2175275"/>
            <a:ext cx="4040386" cy="39520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53" y="1535395"/>
            <a:ext cx="4041973" cy="6398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53" y="2175275"/>
            <a:ext cx="4041973" cy="39520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23" y="273100"/>
            <a:ext cx="3008460" cy="116226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5" y="273101"/>
            <a:ext cx="5112001" cy="585418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23" y="1435364"/>
            <a:ext cx="3008460" cy="4691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376" y="4801482"/>
            <a:ext cx="5486669" cy="56684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376" y="612888"/>
            <a:ext cx="5486669" cy="41155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376" y="5368324"/>
            <a:ext cx="5486669" cy="8050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725" y="274689"/>
            <a:ext cx="2057501" cy="585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22" y="274689"/>
            <a:ext cx="6020095" cy="585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23" y="274689"/>
            <a:ext cx="8230003" cy="114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23" y="1600494"/>
            <a:ext cx="8230003" cy="4526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22" y="6357519"/>
            <a:ext cx="2133705" cy="365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353" y="6357519"/>
            <a:ext cx="2895742" cy="365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521" y="6357519"/>
            <a:ext cx="2133705" cy="365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24" y="3970"/>
            <a:ext cx="32413418" cy="6142529"/>
            <a:chOff x="-17890" y="0"/>
            <a:chExt cx="43217890" cy="819003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3200000" cy="4320000"/>
              <a:chOff x="0" y="0"/>
              <a:chExt cx="2709333" cy="2709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09333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270933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014B89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142875"/>
                <a:ext cx="2709333" cy="4138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85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-17890" y="4054789"/>
              <a:ext cx="43217890" cy="4135250"/>
              <a:chOff x="-1122" y="-142875"/>
              <a:chExt cx="2710455" cy="25934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1122" y="-25692"/>
                <a:ext cx="2709333" cy="116472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116472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116472"/>
                    </a:lnTo>
                    <a:lnTo>
                      <a:pt x="0" y="116472"/>
                    </a:lnTo>
                    <a:close/>
                  </a:path>
                </a:pathLst>
              </a:custGeom>
              <a:solidFill>
                <a:srgbClr val="014B89"/>
              </a:solidFill>
            </p:spPr>
            <p:txBody>
              <a:bodyPr/>
              <a:lstStyle/>
              <a:p>
                <a:endParaRPr lang="pt-BR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42875"/>
                <a:ext cx="2709333" cy="2593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853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28837252" y="176892"/>
            <a:ext cx="2863070" cy="2863070"/>
            <a:chOff x="0" y="0"/>
            <a:chExt cx="3817427" cy="3817427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3817427" cy="3817427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-76200"/>
                <a:ext cx="660400" cy="812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828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56476" y="372729"/>
              <a:ext cx="3459355" cy="3255863"/>
            </a:xfrm>
            <a:custGeom>
              <a:avLst/>
              <a:gdLst/>
              <a:ahLst/>
              <a:cxnLst/>
              <a:rect l="l" t="t" r="r" b="b"/>
              <a:pathLst>
                <a:path w="3459355" h="3255863">
                  <a:moveTo>
                    <a:pt x="0" y="0"/>
                  </a:moveTo>
                  <a:lnTo>
                    <a:pt x="3459354" y="0"/>
                  </a:lnTo>
                  <a:lnTo>
                    <a:pt x="3459354" y="3255863"/>
                  </a:lnTo>
                  <a:lnTo>
                    <a:pt x="0" y="3255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4162" y="3522"/>
            <a:ext cx="6441603" cy="8476015"/>
            <a:chOff x="0" y="0"/>
            <a:chExt cx="8588804" cy="1130135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8588804" cy="11301354"/>
              <a:chOff x="0" y="0"/>
              <a:chExt cx="541920" cy="71307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1920" cy="713072"/>
              </a:xfrm>
              <a:custGeom>
                <a:avLst/>
                <a:gdLst/>
                <a:ahLst/>
                <a:cxnLst/>
                <a:rect l="l" t="t" r="r" b="b"/>
                <a:pathLst>
                  <a:path w="541920" h="713072">
                    <a:moveTo>
                      <a:pt x="541920" y="0"/>
                    </a:moveTo>
                    <a:lnTo>
                      <a:pt x="541920" y="598772"/>
                    </a:lnTo>
                    <a:lnTo>
                      <a:pt x="270960" y="713072"/>
                    </a:lnTo>
                    <a:lnTo>
                      <a:pt x="0" y="598772"/>
                    </a:lnTo>
                    <a:lnTo>
                      <a:pt x="0" y="0"/>
                    </a:lnTo>
                    <a:lnTo>
                      <a:pt x="541920" y="0"/>
                    </a:lnTo>
                    <a:close/>
                  </a:path>
                </a:pathLst>
              </a:custGeom>
              <a:solidFill>
                <a:srgbClr val="014B89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52400"/>
                <a:ext cx="541920" cy="751172"/>
              </a:xfrm>
              <a:prstGeom prst="rect">
                <a:avLst/>
              </a:prstGeom>
            </p:spPr>
            <p:txBody>
              <a:bodyPr lIns="22478" tIns="22478" rIns="22478" bIns="22478" rtlCol="0" anchor="ctr"/>
              <a:lstStyle/>
              <a:p>
                <a:pPr algn="ctr">
                  <a:lnSpc>
                    <a:spcPts val="828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 rot="1788028">
              <a:off x="4702990" y="6626490"/>
              <a:ext cx="2034865" cy="1945840"/>
            </a:xfrm>
            <a:custGeom>
              <a:avLst/>
              <a:gdLst/>
              <a:ahLst/>
              <a:cxnLst/>
              <a:rect l="l" t="t" r="r" b="b"/>
              <a:pathLst>
                <a:path w="2034865" h="1945840">
                  <a:moveTo>
                    <a:pt x="0" y="0"/>
                  </a:moveTo>
                  <a:lnTo>
                    <a:pt x="2034865" y="0"/>
                  </a:lnTo>
                  <a:lnTo>
                    <a:pt x="2034865" y="1945840"/>
                  </a:lnTo>
                  <a:lnTo>
                    <a:pt x="0" y="194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 rot="-9224769">
              <a:off x="4079061" y="3000310"/>
              <a:ext cx="2034865" cy="1945840"/>
            </a:xfrm>
            <a:custGeom>
              <a:avLst/>
              <a:gdLst/>
              <a:ahLst/>
              <a:cxnLst/>
              <a:rect l="l" t="t" r="r" b="b"/>
              <a:pathLst>
                <a:path w="2034865" h="1945840">
                  <a:moveTo>
                    <a:pt x="0" y="0"/>
                  </a:moveTo>
                  <a:lnTo>
                    <a:pt x="2034865" y="0"/>
                  </a:lnTo>
                  <a:lnTo>
                    <a:pt x="2034865" y="1945840"/>
                  </a:lnTo>
                  <a:lnTo>
                    <a:pt x="0" y="194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20"/>
            <p:cNvSpPr/>
            <p:nvPr/>
          </p:nvSpPr>
          <p:spPr>
            <a:xfrm rot="-3635477">
              <a:off x="5766997" y="3855419"/>
              <a:ext cx="1819127" cy="1739541"/>
            </a:xfrm>
            <a:custGeom>
              <a:avLst/>
              <a:gdLst/>
              <a:ahLst/>
              <a:cxnLst/>
              <a:rect l="l" t="t" r="r" b="b"/>
              <a:pathLst>
                <a:path w="1819127" h="1739541">
                  <a:moveTo>
                    <a:pt x="0" y="0"/>
                  </a:moveTo>
                  <a:lnTo>
                    <a:pt x="1819128" y="0"/>
                  </a:lnTo>
                  <a:lnTo>
                    <a:pt x="1819128" y="1739540"/>
                  </a:lnTo>
                  <a:lnTo>
                    <a:pt x="0" y="1739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5425034" y="5126138"/>
              <a:ext cx="1819127" cy="1739541"/>
            </a:xfrm>
            <a:custGeom>
              <a:avLst/>
              <a:gdLst/>
              <a:ahLst/>
              <a:cxnLst/>
              <a:rect l="l" t="t" r="r" b="b"/>
              <a:pathLst>
                <a:path w="1819127" h="1739541">
                  <a:moveTo>
                    <a:pt x="0" y="0"/>
                  </a:moveTo>
                  <a:lnTo>
                    <a:pt x="1819127" y="0"/>
                  </a:lnTo>
                  <a:lnTo>
                    <a:pt x="1819127" y="1739541"/>
                  </a:lnTo>
                  <a:lnTo>
                    <a:pt x="0" y="1739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4867512" y="5962234"/>
              <a:ext cx="574538" cy="574538"/>
              <a:chOff x="0" y="0"/>
              <a:chExt cx="1231429" cy="123142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31429" cy="1231429"/>
              </a:xfrm>
              <a:custGeom>
                <a:avLst/>
                <a:gdLst/>
                <a:ahLst/>
                <a:cxnLst/>
                <a:rect l="l" t="t" r="r" b="b"/>
                <a:pathLst>
                  <a:path w="1231429" h="1231429">
                    <a:moveTo>
                      <a:pt x="615715" y="0"/>
                    </a:moveTo>
                    <a:cubicBezTo>
                      <a:pt x="275665" y="0"/>
                      <a:pt x="0" y="275665"/>
                      <a:pt x="0" y="615715"/>
                    </a:cubicBezTo>
                    <a:cubicBezTo>
                      <a:pt x="0" y="955764"/>
                      <a:pt x="275665" y="1231429"/>
                      <a:pt x="615715" y="1231429"/>
                    </a:cubicBezTo>
                    <a:cubicBezTo>
                      <a:pt x="955764" y="1231429"/>
                      <a:pt x="1231429" y="955764"/>
                      <a:pt x="1231429" y="615715"/>
                    </a:cubicBezTo>
                    <a:cubicBezTo>
                      <a:pt x="1231429" y="275665"/>
                      <a:pt x="955764" y="0"/>
                      <a:pt x="615715" y="0"/>
                    </a:cubicBezTo>
                    <a:close/>
                  </a:path>
                </a:pathLst>
              </a:custGeom>
              <a:solidFill>
                <a:srgbClr val="E0E4E8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5446" y="67821"/>
                <a:ext cx="1000536" cy="1048161"/>
              </a:xfrm>
              <a:prstGeom prst="rect">
                <a:avLst/>
              </a:prstGeom>
            </p:spPr>
            <p:txBody>
              <a:bodyPr lIns="6775" tIns="6775" rIns="6775" bIns="677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960924" y="6342915"/>
              <a:ext cx="387714" cy="387714"/>
              <a:chOff x="0" y="0"/>
              <a:chExt cx="1231429" cy="123142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31429" cy="1231429"/>
              </a:xfrm>
              <a:custGeom>
                <a:avLst/>
                <a:gdLst/>
                <a:ahLst/>
                <a:cxnLst/>
                <a:rect l="l" t="t" r="r" b="b"/>
                <a:pathLst>
                  <a:path w="1231429" h="1231429">
                    <a:moveTo>
                      <a:pt x="615715" y="0"/>
                    </a:moveTo>
                    <a:cubicBezTo>
                      <a:pt x="275665" y="0"/>
                      <a:pt x="0" y="275665"/>
                      <a:pt x="0" y="615715"/>
                    </a:cubicBezTo>
                    <a:cubicBezTo>
                      <a:pt x="0" y="955764"/>
                      <a:pt x="275665" y="1231429"/>
                      <a:pt x="615715" y="1231429"/>
                    </a:cubicBezTo>
                    <a:cubicBezTo>
                      <a:pt x="955764" y="1231429"/>
                      <a:pt x="1231429" y="955764"/>
                      <a:pt x="1231429" y="615715"/>
                    </a:cubicBezTo>
                    <a:cubicBezTo>
                      <a:pt x="1231429" y="275665"/>
                      <a:pt x="955764" y="0"/>
                      <a:pt x="615715" y="0"/>
                    </a:cubicBezTo>
                    <a:close/>
                  </a:path>
                </a:pathLst>
              </a:custGeom>
              <a:solidFill>
                <a:srgbClr val="E0E4E8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5446" y="67821"/>
                <a:ext cx="1000536" cy="1048161"/>
              </a:xfrm>
              <a:prstGeom prst="rect">
                <a:avLst/>
              </a:prstGeom>
            </p:spPr>
            <p:txBody>
              <a:bodyPr lIns="6775" tIns="6775" rIns="6775" bIns="677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7512" y="6586994"/>
              <a:ext cx="287269" cy="287269"/>
              <a:chOff x="0" y="0"/>
              <a:chExt cx="1231429" cy="123142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31429" cy="1231429"/>
              </a:xfrm>
              <a:custGeom>
                <a:avLst/>
                <a:gdLst/>
                <a:ahLst/>
                <a:cxnLst/>
                <a:rect l="l" t="t" r="r" b="b"/>
                <a:pathLst>
                  <a:path w="1231429" h="1231429">
                    <a:moveTo>
                      <a:pt x="615715" y="0"/>
                    </a:moveTo>
                    <a:cubicBezTo>
                      <a:pt x="275665" y="0"/>
                      <a:pt x="0" y="275665"/>
                      <a:pt x="0" y="615715"/>
                    </a:cubicBezTo>
                    <a:cubicBezTo>
                      <a:pt x="0" y="955764"/>
                      <a:pt x="275665" y="1231429"/>
                      <a:pt x="615715" y="1231429"/>
                    </a:cubicBezTo>
                    <a:cubicBezTo>
                      <a:pt x="955764" y="1231429"/>
                      <a:pt x="1231429" y="955764"/>
                      <a:pt x="1231429" y="615715"/>
                    </a:cubicBezTo>
                    <a:cubicBezTo>
                      <a:pt x="1231429" y="275665"/>
                      <a:pt x="955764" y="0"/>
                      <a:pt x="615715" y="0"/>
                    </a:cubicBezTo>
                    <a:close/>
                  </a:path>
                </a:pathLst>
              </a:custGeom>
              <a:solidFill>
                <a:srgbClr val="E0E4E8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15446" y="67821"/>
                <a:ext cx="1000536" cy="1048161"/>
              </a:xfrm>
              <a:prstGeom prst="rect">
                <a:avLst/>
              </a:prstGeom>
            </p:spPr>
            <p:txBody>
              <a:bodyPr lIns="6775" tIns="6775" rIns="6775" bIns="677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817289" y="6443360"/>
              <a:ext cx="287269" cy="287269"/>
              <a:chOff x="0" y="0"/>
              <a:chExt cx="1231429" cy="123142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31429" cy="1231429"/>
              </a:xfrm>
              <a:custGeom>
                <a:avLst/>
                <a:gdLst/>
                <a:ahLst/>
                <a:cxnLst/>
                <a:rect l="l" t="t" r="r" b="b"/>
                <a:pathLst>
                  <a:path w="1231429" h="1231429">
                    <a:moveTo>
                      <a:pt x="615715" y="0"/>
                    </a:moveTo>
                    <a:cubicBezTo>
                      <a:pt x="275665" y="0"/>
                      <a:pt x="0" y="275665"/>
                      <a:pt x="0" y="615715"/>
                    </a:cubicBezTo>
                    <a:cubicBezTo>
                      <a:pt x="0" y="955764"/>
                      <a:pt x="275665" y="1231429"/>
                      <a:pt x="615715" y="1231429"/>
                    </a:cubicBezTo>
                    <a:cubicBezTo>
                      <a:pt x="955764" y="1231429"/>
                      <a:pt x="1231429" y="955764"/>
                      <a:pt x="1231429" y="615715"/>
                    </a:cubicBezTo>
                    <a:cubicBezTo>
                      <a:pt x="1231429" y="275665"/>
                      <a:pt x="955764" y="0"/>
                      <a:pt x="615715" y="0"/>
                    </a:cubicBezTo>
                    <a:close/>
                  </a:path>
                </a:pathLst>
              </a:custGeom>
              <a:solidFill>
                <a:srgbClr val="E0E4E8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5446" y="67821"/>
                <a:ext cx="1000536" cy="1048161"/>
              </a:xfrm>
              <a:prstGeom prst="rect">
                <a:avLst/>
              </a:prstGeom>
            </p:spPr>
            <p:txBody>
              <a:bodyPr lIns="6775" tIns="6775" rIns="6775" bIns="677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960924" y="6586994"/>
              <a:ext cx="287269" cy="287269"/>
              <a:chOff x="0" y="0"/>
              <a:chExt cx="1231429" cy="123142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231429" cy="1231429"/>
              </a:xfrm>
              <a:custGeom>
                <a:avLst/>
                <a:gdLst/>
                <a:ahLst/>
                <a:cxnLst/>
                <a:rect l="l" t="t" r="r" b="b"/>
                <a:pathLst>
                  <a:path w="1231429" h="1231429">
                    <a:moveTo>
                      <a:pt x="615715" y="0"/>
                    </a:moveTo>
                    <a:cubicBezTo>
                      <a:pt x="275665" y="0"/>
                      <a:pt x="0" y="275665"/>
                      <a:pt x="0" y="615715"/>
                    </a:cubicBezTo>
                    <a:cubicBezTo>
                      <a:pt x="0" y="955764"/>
                      <a:pt x="275665" y="1231429"/>
                      <a:pt x="615715" y="1231429"/>
                    </a:cubicBezTo>
                    <a:cubicBezTo>
                      <a:pt x="955764" y="1231429"/>
                      <a:pt x="1231429" y="955764"/>
                      <a:pt x="1231429" y="615715"/>
                    </a:cubicBezTo>
                    <a:cubicBezTo>
                      <a:pt x="1231429" y="275665"/>
                      <a:pt x="955764" y="0"/>
                      <a:pt x="615715" y="0"/>
                    </a:cubicBezTo>
                    <a:close/>
                  </a:path>
                </a:pathLst>
              </a:custGeom>
              <a:solidFill>
                <a:srgbClr val="E0E4E8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15446" y="67821"/>
                <a:ext cx="1000536" cy="1048161"/>
              </a:xfrm>
              <a:prstGeom prst="rect">
                <a:avLst/>
              </a:prstGeom>
            </p:spPr>
            <p:txBody>
              <a:bodyPr lIns="6775" tIns="6775" rIns="6775" bIns="677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-6671273">
              <a:off x="5987750" y="5908000"/>
              <a:ext cx="175817" cy="175817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-6671273">
              <a:off x="4764768" y="7243182"/>
              <a:ext cx="175817" cy="175817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-6671273">
              <a:off x="4074803" y="4779502"/>
              <a:ext cx="175817" cy="175817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-6671273">
              <a:off x="5017350" y="4761494"/>
              <a:ext cx="247119" cy="247119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 rot="-6671273">
              <a:off x="4109680" y="5510888"/>
              <a:ext cx="247119" cy="247119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-6671273">
              <a:off x="4320232" y="4182264"/>
              <a:ext cx="175817" cy="175817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-6671273">
              <a:off x="4541058" y="6468783"/>
              <a:ext cx="175817" cy="175817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-6671273">
              <a:off x="5429425" y="5866874"/>
              <a:ext cx="175817" cy="175817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 rot="-6671273">
              <a:off x="5201590" y="6212740"/>
              <a:ext cx="175817" cy="175817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-6671273">
              <a:off x="5188817" y="6137470"/>
              <a:ext cx="247119" cy="247119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 rot="-6671273">
              <a:off x="3789951" y="5838674"/>
              <a:ext cx="247119" cy="247119"/>
              <a:chOff x="0" y="0"/>
              <a:chExt cx="812800" cy="8128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 rot="-7029994">
              <a:off x="3065822" y="2865111"/>
              <a:ext cx="240482" cy="240482"/>
              <a:chOff x="0" y="0"/>
              <a:chExt cx="812800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 rot="-7029994">
              <a:off x="6718196" y="3786508"/>
              <a:ext cx="240482" cy="240482"/>
              <a:chOff x="0" y="0"/>
              <a:chExt cx="812800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 rot="-7029994">
              <a:off x="5841679" y="8013071"/>
              <a:ext cx="240482" cy="24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5192540" y="2348345"/>
              <a:ext cx="271870" cy="271870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081D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7344308" y="6522310"/>
              <a:ext cx="271870" cy="271870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5B839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5133926" y="8556848"/>
              <a:ext cx="330485" cy="330485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4B89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5163233" y="2289730"/>
              <a:ext cx="330485" cy="330485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4B89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7285693" y="6493003"/>
              <a:ext cx="330485" cy="330485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1B531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1355034" y="3753958"/>
              <a:ext cx="330485" cy="330485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1B531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826891" y="2140724"/>
              <a:ext cx="7054239" cy="6900678"/>
              <a:chOff x="0" y="0"/>
              <a:chExt cx="2196120" cy="2148313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2196120" cy="2148313"/>
              </a:xfrm>
              <a:custGeom>
                <a:avLst/>
                <a:gdLst/>
                <a:ahLst/>
                <a:cxnLst/>
                <a:rect l="l" t="t" r="r" b="b"/>
                <a:pathLst>
                  <a:path w="2196120" h="2148313">
                    <a:moveTo>
                      <a:pt x="1098060" y="0"/>
                    </a:moveTo>
                    <a:cubicBezTo>
                      <a:pt x="491618" y="0"/>
                      <a:pt x="0" y="480916"/>
                      <a:pt x="0" y="1074157"/>
                    </a:cubicBezTo>
                    <a:cubicBezTo>
                      <a:pt x="0" y="1667397"/>
                      <a:pt x="491618" y="2148313"/>
                      <a:pt x="1098060" y="2148313"/>
                    </a:cubicBezTo>
                    <a:cubicBezTo>
                      <a:pt x="1704502" y="2148313"/>
                      <a:pt x="2196120" y="1667397"/>
                      <a:pt x="2196120" y="1074157"/>
                    </a:cubicBezTo>
                    <a:cubicBezTo>
                      <a:pt x="2196120" y="480916"/>
                      <a:pt x="1704502" y="0"/>
                      <a:pt x="109806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205886" y="153779"/>
                <a:ext cx="1784347" cy="1793130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976456" y="2253659"/>
              <a:ext cx="6755110" cy="6674809"/>
              <a:chOff x="0" y="0"/>
              <a:chExt cx="833031" cy="823128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33031" cy="823128"/>
              </a:xfrm>
              <a:custGeom>
                <a:avLst/>
                <a:gdLst/>
                <a:ahLst/>
                <a:cxnLst/>
                <a:rect l="l" t="t" r="r" b="b"/>
                <a:pathLst>
                  <a:path w="833031" h="823128">
                    <a:moveTo>
                      <a:pt x="416515" y="0"/>
                    </a:moveTo>
                    <a:cubicBezTo>
                      <a:pt x="186480" y="0"/>
                      <a:pt x="0" y="184264"/>
                      <a:pt x="0" y="411564"/>
                    </a:cubicBezTo>
                    <a:cubicBezTo>
                      <a:pt x="0" y="638865"/>
                      <a:pt x="186480" y="823128"/>
                      <a:pt x="416515" y="823128"/>
                    </a:cubicBezTo>
                    <a:cubicBezTo>
                      <a:pt x="646550" y="823128"/>
                      <a:pt x="833031" y="638865"/>
                      <a:pt x="833031" y="411564"/>
                    </a:cubicBezTo>
                    <a:cubicBezTo>
                      <a:pt x="833031" y="184264"/>
                      <a:pt x="646550" y="0"/>
                      <a:pt x="416515" y="0"/>
                    </a:cubicBezTo>
                    <a:close/>
                  </a:path>
                </a:pathLst>
              </a:custGeom>
              <a:solidFill>
                <a:srgbClr val="003172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78097" y="29543"/>
                <a:ext cx="676837" cy="716417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1146725" y="2385503"/>
              <a:ext cx="6411121" cy="6411121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2247692" y="3486470"/>
              <a:ext cx="4209186" cy="4209186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sp>
          <p:nvSpPr>
            <p:cNvPr id="109" name="Freeform 109"/>
            <p:cNvSpPr/>
            <p:nvPr/>
          </p:nvSpPr>
          <p:spPr>
            <a:xfrm>
              <a:off x="1102083" y="2385503"/>
              <a:ext cx="6629482" cy="6411121"/>
            </a:xfrm>
            <a:custGeom>
              <a:avLst/>
              <a:gdLst/>
              <a:ahLst/>
              <a:cxnLst/>
              <a:rect l="l" t="t" r="r" b="b"/>
              <a:pathLst>
                <a:path w="6629482" h="6411121">
                  <a:moveTo>
                    <a:pt x="0" y="0"/>
                  </a:moveTo>
                  <a:lnTo>
                    <a:pt x="6629483" y="0"/>
                  </a:lnTo>
                  <a:lnTo>
                    <a:pt x="6629483" y="6411121"/>
                  </a:lnTo>
                  <a:lnTo>
                    <a:pt x="0" y="6411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786" t="-12443" r="-9344" b="-1074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0" name="Freeform 110"/>
            <p:cNvSpPr/>
            <p:nvPr/>
          </p:nvSpPr>
          <p:spPr>
            <a:xfrm>
              <a:off x="1106769" y="2461983"/>
              <a:ext cx="6375265" cy="5671330"/>
            </a:xfrm>
            <a:custGeom>
              <a:avLst/>
              <a:gdLst/>
              <a:ahLst/>
              <a:cxnLst/>
              <a:rect l="l" t="t" r="r" b="b"/>
              <a:pathLst>
                <a:path w="6375265" h="5671330">
                  <a:moveTo>
                    <a:pt x="0" y="0"/>
                  </a:moveTo>
                  <a:lnTo>
                    <a:pt x="6375266" y="0"/>
                  </a:lnTo>
                  <a:lnTo>
                    <a:pt x="6375266" y="5671330"/>
                  </a:lnTo>
                  <a:lnTo>
                    <a:pt x="0" y="5671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1" name="Freeform 111"/>
            <p:cNvSpPr/>
            <p:nvPr/>
          </p:nvSpPr>
          <p:spPr>
            <a:xfrm rot="-8414418">
              <a:off x="1756806" y="3493909"/>
              <a:ext cx="2872683" cy="2747003"/>
            </a:xfrm>
            <a:custGeom>
              <a:avLst/>
              <a:gdLst/>
              <a:ahLst/>
              <a:cxnLst/>
              <a:rect l="l" t="t" r="r" b="b"/>
              <a:pathLst>
                <a:path w="2872683" h="2747003">
                  <a:moveTo>
                    <a:pt x="0" y="0"/>
                  </a:moveTo>
                  <a:lnTo>
                    <a:pt x="2872683" y="0"/>
                  </a:lnTo>
                  <a:lnTo>
                    <a:pt x="2872683" y="2747003"/>
                  </a:lnTo>
                  <a:lnTo>
                    <a:pt x="0" y="2747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2" name="Freeform 112"/>
            <p:cNvSpPr/>
            <p:nvPr/>
          </p:nvSpPr>
          <p:spPr>
            <a:xfrm rot="-8865556">
              <a:off x="2056940" y="2598415"/>
              <a:ext cx="2034865" cy="1945840"/>
            </a:xfrm>
            <a:custGeom>
              <a:avLst/>
              <a:gdLst/>
              <a:ahLst/>
              <a:cxnLst/>
              <a:rect l="l" t="t" r="r" b="b"/>
              <a:pathLst>
                <a:path w="2034865" h="1945840">
                  <a:moveTo>
                    <a:pt x="0" y="0"/>
                  </a:moveTo>
                  <a:lnTo>
                    <a:pt x="2034865" y="0"/>
                  </a:lnTo>
                  <a:lnTo>
                    <a:pt x="2034865" y="1945841"/>
                  </a:lnTo>
                  <a:lnTo>
                    <a:pt x="0" y="1945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3" name="Freeform 113"/>
            <p:cNvSpPr/>
            <p:nvPr/>
          </p:nvSpPr>
          <p:spPr>
            <a:xfrm rot="5667667">
              <a:off x="1434362" y="5560784"/>
              <a:ext cx="2034865" cy="1945840"/>
            </a:xfrm>
            <a:custGeom>
              <a:avLst/>
              <a:gdLst/>
              <a:ahLst/>
              <a:cxnLst/>
              <a:rect l="l" t="t" r="r" b="b"/>
              <a:pathLst>
                <a:path w="2034865" h="1945840">
                  <a:moveTo>
                    <a:pt x="0" y="0"/>
                  </a:moveTo>
                  <a:lnTo>
                    <a:pt x="2034865" y="0"/>
                  </a:lnTo>
                  <a:lnTo>
                    <a:pt x="2034865" y="1945840"/>
                  </a:lnTo>
                  <a:lnTo>
                    <a:pt x="0" y="194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4" name="Freeform 114"/>
            <p:cNvSpPr/>
            <p:nvPr/>
          </p:nvSpPr>
          <p:spPr>
            <a:xfrm rot="2075911">
              <a:off x="2768381" y="6070711"/>
              <a:ext cx="2034865" cy="1945840"/>
            </a:xfrm>
            <a:custGeom>
              <a:avLst/>
              <a:gdLst/>
              <a:ahLst/>
              <a:cxnLst/>
              <a:rect l="l" t="t" r="r" b="b"/>
              <a:pathLst>
                <a:path w="2034865" h="1945840">
                  <a:moveTo>
                    <a:pt x="0" y="0"/>
                  </a:moveTo>
                  <a:lnTo>
                    <a:pt x="2034865" y="0"/>
                  </a:lnTo>
                  <a:lnTo>
                    <a:pt x="2034865" y="1945840"/>
                  </a:lnTo>
                  <a:lnTo>
                    <a:pt x="0" y="194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5" name="Freeform 115"/>
            <p:cNvSpPr/>
            <p:nvPr/>
          </p:nvSpPr>
          <p:spPr>
            <a:xfrm>
              <a:off x="115091" y="1411753"/>
              <a:ext cx="8358621" cy="8358621"/>
            </a:xfrm>
            <a:custGeom>
              <a:avLst/>
              <a:gdLst/>
              <a:ahLst/>
              <a:cxnLst/>
              <a:rect l="l" t="t" r="r" b="b"/>
              <a:pathLst>
                <a:path w="8358621" h="8358621">
                  <a:moveTo>
                    <a:pt x="0" y="0"/>
                  </a:moveTo>
                  <a:lnTo>
                    <a:pt x="8358622" y="0"/>
                  </a:lnTo>
                  <a:lnTo>
                    <a:pt x="8358622" y="8358621"/>
                  </a:lnTo>
                  <a:lnTo>
                    <a:pt x="0" y="8358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grpSp>
          <p:nvGrpSpPr>
            <p:cNvPr id="116" name="Group 116"/>
            <p:cNvGrpSpPr/>
            <p:nvPr/>
          </p:nvGrpSpPr>
          <p:grpSpPr>
            <a:xfrm>
              <a:off x="2249418" y="3486470"/>
              <a:ext cx="4209186" cy="4209186"/>
              <a:chOff x="0" y="0"/>
              <a:chExt cx="658692" cy="658692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658692" cy="658692"/>
              </a:xfrm>
              <a:custGeom>
                <a:avLst/>
                <a:gdLst/>
                <a:ahLst/>
                <a:cxnLst/>
                <a:rect l="l" t="t" r="r" b="b"/>
                <a:pathLst>
                  <a:path w="658692" h="658692">
                    <a:moveTo>
                      <a:pt x="329346" y="0"/>
                    </a:moveTo>
                    <a:cubicBezTo>
                      <a:pt x="147453" y="0"/>
                      <a:pt x="0" y="147453"/>
                      <a:pt x="0" y="329346"/>
                    </a:cubicBezTo>
                    <a:cubicBezTo>
                      <a:pt x="0" y="511239"/>
                      <a:pt x="147453" y="658692"/>
                      <a:pt x="329346" y="658692"/>
                    </a:cubicBezTo>
                    <a:cubicBezTo>
                      <a:pt x="511239" y="658692"/>
                      <a:pt x="658692" y="511239"/>
                      <a:pt x="658692" y="329346"/>
                    </a:cubicBezTo>
                    <a:cubicBezTo>
                      <a:pt x="658692" y="147453"/>
                      <a:pt x="511239" y="0"/>
                      <a:pt x="32934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61752" y="14127"/>
                <a:ext cx="535187" cy="582812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sp>
          <p:nvSpPr>
            <p:cNvPr id="119" name="Freeform 119"/>
            <p:cNvSpPr/>
            <p:nvPr/>
          </p:nvSpPr>
          <p:spPr>
            <a:xfrm>
              <a:off x="2321492" y="3558396"/>
              <a:ext cx="4061586" cy="4065335"/>
            </a:xfrm>
            <a:custGeom>
              <a:avLst/>
              <a:gdLst/>
              <a:ahLst/>
              <a:cxnLst/>
              <a:rect l="l" t="t" r="r" b="b"/>
              <a:pathLst>
                <a:path w="4061586" h="4065335">
                  <a:moveTo>
                    <a:pt x="0" y="0"/>
                  </a:moveTo>
                  <a:lnTo>
                    <a:pt x="4061586" y="0"/>
                  </a:lnTo>
                  <a:lnTo>
                    <a:pt x="4061586" y="4065335"/>
                  </a:lnTo>
                  <a:lnTo>
                    <a:pt x="0" y="406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154" t="-8831" r="-8363" b="-7578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0" name="Freeform 120"/>
            <p:cNvSpPr/>
            <p:nvPr/>
          </p:nvSpPr>
          <p:spPr>
            <a:xfrm rot="-539924">
              <a:off x="2612799" y="4158880"/>
              <a:ext cx="3482424" cy="3285087"/>
            </a:xfrm>
            <a:custGeom>
              <a:avLst/>
              <a:gdLst/>
              <a:ahLst/>
              <a:cxnLst/>
              <a:rect l="l" t="t" r="r" b="b"/>
              <a:pathLst>
                <a:path w="3482424" h="3285087">
                  <a:moveTo>
                    <a:pt x="0" y="0"/>
                  </a:moveTo>
                  <a:lnTo>
                    <a:pt x="3482424" y="0"/>
                  </a:lnTo>
                  <a:lnTo>
                    <a:pt x="3482424" y="3285086"/>
                  </a:lnTo>
                  <a:lnTo>
                    <a:pt x="0" y="3285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1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1" name="Group 121"/>
            <p:cNvGrpSpPr/>
            <p:nvPr/>
          </p:nvGrpSpPr>
          <p:grpSpPr>
            <a:xfrm rot="-6671273">
              <a:off x="3116699" y="5630764"/>
              <a:ext cx="247119" cy="247119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" name="TextBox 12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 rot="-6671273">
              <a:off x="2807884" y="4492227"/>
              <a:ext cx="247119" cy="247119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6" name="TextBox 12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 rot="-6671273">
              <a:off x="3206108" y="4986774"/>
              <a:ext cx="271053" cy="271053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 rot="-6671273">
              <a:off x="3537211" y="4474553"/>
              <a:ext cx="247119" cy="247119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 rot="-6671273">
              <a:off x="2563437" y="5535379"/>
              <a:ext cx="175817" cy="175817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 rot="-6671273">
              <a:off x="2904022" y="6657235"/>
              <a:ext cx="175817" cy="175817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>
                  <a:alpha val="86667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8" name="TextBox 1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 rot="-7029994">
              <a:off x="1965575" y="6883541"/>
              <a:ext cx="240482" cy="24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DFE7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1" name="TextBox 1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254" tIns="16254" rIns="16254" bIns="16254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1053857" y="6386375"/>
              <a:ext cx="271870" cy="271870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E7501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1024549" y="6357068"/>
              <a:ext cx="330485" cy="330485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E7501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6705" tIns="16705" rIns="16705" bIns="16705" rtlCol="0" anchor="ctr"/>
              <a:lstStyle/>
              <a:p>
                <a:pPr algn="ctr">
                  <a:lnSpc>
                    <a:spcPts val="2852"/>
                  </a:lnSpc>
                </a:pPr>
                <a:endParaRPr/>
              </a:p>
            </p:txBody>
          </p:sp>
        </p:grpSp>
      </p:grpSp>
      <p:grpSp>
        <p:nvGrpSpPr>
          <p:cNvPr id="148" name="Group 148"/>
          <p:cNvGrpSpPr/>
          <p:nvPr/>
        </p:nvGrpSpPr>
        <p:grpSpPr>
          <a:xfrm>
            <a:off x="6948191" y="-208460"/>
            <a:ext cx="22657016" cy="3213059"/>
            <a:chOff x="93205" y="-597688"/>
            <a:chExt cx="16397865" cy="3915723"/>
          </a:xfrm>
        </p:grpSpPr>
        <p:sp>
          <p:nvSpPr>
            <p:cNvPr id="149" name="TextBox 149"/>
            <p:cNvSpPr txBox="1"/>
            <p:nvPr/>
          </p:nvSpPr>
          <p:spPr>
            <a:xfrm>
              <a:off x="93205" y="-597688"/>
              <a:ext cx="16397865" cy="39157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6599"/>
                </a:lnSpc>
              </a:pPr>
              <a:r>
                <a:rPr lang="en-US" sz="18999" dirty="0">
                  <a:solidFill>
                    <a:srgbClr val="FFFFFF"/>
                  </a:solidFill>
                  <a:latin typeface="Track"/>
                  <a:ea typeface="Track"/>
                  <a:cs typeface="Track"/>
                  <a:sym typeface="Track"/>
                </a:rPr>
                <a:t>SPG</a:t>
              </a:r>
              <a:r>
                <a:rPr lang="en-US" sz="18999" dirty="0">
                  <a:solidFill>
                    <a:srgbClr val="0F9AD2"/>
                  </a:solidFill>
                  <a:latin typeface="Track"/>
                  <a:ea typeface="Track"/>
                  <a:cs typeface="Track"/>
                  <a:sym typeface="Track"/>
                </a:rPr>
                <a:t>C</a:t>
              </a:r>
              <a:r>
                <a:rPr lang="en-US" sz="18999" dirty="0">
                  <a:solidFill>
                    <a:srgbClr val="6C9E19"/>
                  </a:solidFill>
                  <a:latin typeface="Track"/>
                  <a:ea typeface="Track"/>
                  <a:cs typeface="Track"/>
                  <a:sym typeface="Track"/>
                </a:rPr>
                <a:t>S</a:t>
              </a:r>
              <a:r>
                <a:rPr lang="en-US" sz="18999" dirty="0">
                  <a:solidFill>
                    <a:srgbClr val="F06F1B"/>
                  </a:solidFill>
                  <a:latin typeface="Track"/>
                  <a:ea typeface="Track"/>
                  <a:cs typeface="Track"/>
                  <a:sym typeface="Track"/>
                </a:rPr>
                <a:t>T</a:t>
              </a:r>
            </a:p>
          </p:txBody>
        </p:sp>
        <p:sp>
          <p:nvSpPr>
            <p:cNvPr id="150" name="AutoShape 150"/>
            <p:cNvSpPr/>
            <p:nvPr/>
          </p:nvSpPr>
          <p:spPr>
            <a:xfrm>
              <a:off x="4803510" y="3175592"/>
              <a:ext cx="3475911" cy="1863"/>
            </a:xfrm>
            <a:prstGeom prst="line">
              <a:avLst/>
            </a:prstGeom>
            <a:ln w="3302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1" name="AutoShape 151"/>
            <p:cNvSpPr/>
            <p:nvPr/>
          </p:nvSpPr>
          <p:spPr>
            <a:xfrm flipV="1">
              <a:off x="8279420" y="3175592"/>
              <a:ext cx="1281249" cy="1863"/>
            </a:xfrm>
            <a:prstGeom prst="line">
              <a:avLst/>
            </a:prstGeom>
            <a:ln w="330200" cap="flat">
              <a:solidFill>
                <a:srgbClr val="0F9AD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2" name="AutoShape 152"/>
            <p:cNvSpPr/>
            <p:nvPr/>
          </p:nvSpPr>
          <p:spPr>
            <a:xfrm>
              <a:off x="9560670" y="3175592"/>
              <a:ext cx="1155629" cy="0"/>
            </a:xfrm>
            <a:prstGeom prst="line">
              <a:avLst/>
            </a:prstGeom>
            <a:ln w="330200" cap="flat">
              <a:solidFill>
                <a:srgbClr val="6C9E1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3" name="AutoShape 153"/>
            <p:cNvSpPr/>
            <p:nvPr/>
          </p:nvSpPr>
          <p:spPr>
            <a:xfrm>
              <a:off x="10716300" y="3175592"/>
              <a:ext cx="1311762" cy="0"/>
            </a:xfrm>
            <a:prstGeom prst="line">
              <a:avLst/>
            </a:prstGeom>
            <a:ln w="330200" cap="flat">
              <a:solidFill>
                <a:srgbClr val="F06F1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154" name="TextBox 154"/>
          <p:cNvSpPr txBox="1"/>
          <p:nvPr/>
        </p:nvSpPr>
        <p:spPr>
          <a:xfrm>
            <a:off x="7143793" y="2821099"/>
            <a:ext cx="22461414" cy="1613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072032"/>
                </a:solidFill>
                <a:latin typeface="Atsanee Bold"/>
                <a:ea typeface="Atsanee Bold"/>
                <a:cs typeface="Atsanee Bold"/>
                <a:sym typeface="Atsanee Bold"/>
              </a:rPr>
              <a:t>13º </a:t>
            </a:r>
            <a:r>
              <a:rPr lang="en-US" sz="6600" b="1" dirty="0" err="1">
                <a:solidFill>
                  <a:srgbClr val="072032"/>
                </a:solidFill>
                <a:latin typeface="Atsanee Bold"/>
                <a:ea typeface="Atsanee Bold"/>
                <a:cs typeface="Atsanee Bold"/>
                <a:sym typeface="Atsanee Bold"/>
              </a:rPr>
              <a:t>Simpósio</a:t>
            </a:r>
            <a:r>
              <a:rPr lang="en-US" sz="6600" b="1" dirty="0">
                <a:solidFill>
                  <a:srgbClr val="072032"/>
                </a:solidFill>
                <a:latin typeface="Atsanee Bold"/>
                <a:ea typeface="Atsanee Bold"/>
                <a:cs typeface="Atsanee Bold"/>
                <a:sym typeface="Atsanee Bold"/>
              </a:rPr>
              <a:t> da Pós-</a:t>
            </a:r>
            <a:r>
              <a:rPr lang="en-US" sz="6600" b="1" dirty="0" err="1">
                <a:solidFill>
                  <a:srgbClr val="072032"/>
                </a:solidFill>
                <a:latin typeface="Atsanee Bold"/>
                <a:ea typeface="Atsanee Bold"/>
                <a:cs typeface="Atsanee Bold"/>
                <a:sym typeface="Atsanee Bold"/>
              </a:rPr>
              <a:t>Graduação</a:t>
            </a:r>
            <a:endParaRPr lang="en-US" sz="6600" b="1" dirty="0">
              <a:solidFill>
                <a:srgbClr val="072032"/>
              </a:solidFill>
              <a:latin typeface="Atsanee Bold"/>
              <a:ea typeface="Atsanee Bold"/>
              <a:cs typeface="Atsanee Bold"/>
              <a:sym typeface="Atsanee Bold"/>
            </a:endParaRPr>
          </a:p>
        </p:txBody>
      </p:sp>
      <p:sp>
        <p:nvSpPr>
          <p:cNvPr id="155" name="TextBox 155"/>
          <p:cNvSpPr txBox="1"/>
          <p:nvPr/>
        </p:nvSpPr>
        <p:spPr>
          <a:xfrm>
            <a:off x="6971428" y="4267426"/>
            <a:ext cx="23125985" cy="1508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6800" dirty="0" err="1">
                <a:solidFill>
                  <a:srgbClr val="F06F1B"/>
                </a:solidFill>
                <a:latin typeface="Track" panose="020B0604020202020204" charset="0"/>
                <a:ea typeface="Track"/>
                <a:cs typeface="Atsanee Bold" panose="020B0604020202020204" charset="-34"/>
                <a:sym typeface="Track"/>
              </a:rPr>
              <a:t>CIÊNCIA</a:t>
            </a:r>
            <a:r>
              <a:rPr lang="en-US" sz="6800" dirty="0">
                <a:solidFill>
                  <a:srgbClr val="F06F1B"/>
                </a:solidFill>
                <a:latin typeface="Track" panose="020B0604020202020204" charset="0"/>
                <a:ea typeface="Track"/>
                <a:cs typeface="Atsanee Bold" panose="020B0604020202020204" charset="-34"/>
                <a:sym typeface="Track"/>
              </a:rPr>
              <a:t> DO SISTEMA TERRESTRE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7994185" y="6674145"/>
            <a:ext cx="16410918" cy="1510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b="1" dirty="0" err="1">
                <a:solidFill>
                  <a:srgbClr val="000000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TÍTULO</a:t>
            </a:r>
            <a:r>
              <a:rPr lang="en-US" sz="8799" b="1" dirty="0">
                <a:solidFill>
                  <a:srgbClr val="000000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DO TRABALHO AQUI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4551844" y="9742019"/>
            <a:ext cx="23295600" cy="95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 </a:t>
            </a:r>
            <a:r>
              <a:rPr lang="en-US" sz="5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Afiliação</a:t>
            </a:r>
            <a:r>
              <a:rPr lang="en-US" sz="5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institucional</a:t>
            </a:r>
            <a:r>
              <a:rPr lang="en-US" sz="5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2 </a:t>
            </a:r>
            <a:r>
              <a:rPr lang="en-US" sz="5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Afiliação</a:t>
            </a:r>
            <a:r>
              <a:rPr lang="en-US" sz="5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institucional</a:t>
            </a:r>
            <a:r>
              <a:rPr lang="en-US" sz="5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3 </a:t>
            </a:r>
            <a:r>
              <a:rPr lang="en-US" sz="5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Afiliação</a:t>
            </a:r>
            <a:r>
              <a:rPr lang="en-US" sz="5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institucional</a:t>
            </a:r>
            <a:endParaRPr lang="en-US" sz="57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58" name="TextBox 158"/>
          <p:cNvSpPr txBox="1"/>
          <p:nvPr/>
        </p:nvSpPr>
        <p:spPr>
          <a:xfrm>
            <a:off x="6703892" y="8650900"/>
            <a:ext cx="18991505" cy="988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Nome Sobrenome¹, Nome Sobrenome², Nome Sobrenome³</a:t>
            </a:r>
          </a:p>
        </p:txBody>
      </p:sp>
      <p:grpSp>
        <p:nvGrpSpPr>
          <p:cNvPr id="159" name="Group 159"/>
          <p:cNvGrpSpPr/>
          <p:nvPr/>
        </p:nvGrpSpPr>
        <p:grpSpPr>
          <a:xfrm>
            <a:off x="934292" y="11799375"/>
            <a:ext cx="14590558" cy="1638299"/>
            <a:chOff x="0" y="0"/>
            <a:chExt cx="1220083" cy="155056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1220083" cy="155056"/>
            </a:xfrm>
            <a:custGeom>
              <a:avLst/>
              <a:gdLst/>
              <a:ahLst/>
              <a:cxnLst/>
              <a:rect l="l" t="t" r="r" b="b"/>
              <a:pathLst>
                <a:path w="1220083" h="155056">
                  <a:moveTo>
                    <a:pt x="53061" y="0"/>
                  </a:moveTo>
                  <a:lnTo>
                    <a:pt x="1167022" y="0"/>
                  </a:lnTo>
                  <a:cubicBezTo>
                    <a:pt x="1196327" y="0"/>
                    <a:pt x="1220083" y="23756"/>
                    <a:pt x="1220083" y="53061"/>
                  </a:cubicBezTo>
                  <a:lnTo>
                    <a:pt x="1220083" y="101995"/>
                  </a:lnTo>
                  <a:cubicBezTo>
                    <a:pt x="1220083" y="131300"/>
                    <a:pt x="1196327" y="155056"/>
                    <a:pt x="1167022" y="155056"/>
                  </a:cubicBezTo>
                  <a:lnTo>
                    <a:pt x="53061" y="155056"/>
                  </a:lnTo>
                  <a:cubicBezTo>
                    <a:pt x="23756" y="155056"/>
                    <a:pt x="0" y="131300"/>
                    <a:pt x="0" y="101995"/>
                  </a:cubicBezTo>
                  <a:lnTo>
                    <a:pt x="0" y="53061"/>
                  </a:lnTo>
                  <a:cubicBezTo>
                    <a:pt x="0" y="23756"/>
                    <a:pt x="23756" y="0"/>
                    <a:pt x="53061" y="0"/>
                  </a:cubicBezTo>
                  <a:close/>
                </a:path>
              </a:pathLst>
            </a:custGeom>
            <a:solidFill>
              <a:srgbClr val="014B89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0" y="-152400"/>
              <a:ext cx="1220083" cy="307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89"/>
                </a:lnSpc>
              </a:pPr>
              <a:endParaRPr/>
            </a:p>
          </p:txBody>
        </p:sp>
      </p:grpSp>
      <p:sp>
        <p:nvSpPr>
          <p:cNvPr id="162" name="TextBox 162"/>
          <p:cNvSpPr txBox="1"/>
          <p:nvPr/>
        </p:nvSpPr>
        <p:spPr>
          <a:xfrm>
            <a:off x="4228303" y="11961504"/>
            <a:ext cx="7192800" cy="127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 dirty="0" err="1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INTRODUÇÃO</a:t>
            </a:r>
            <a:endParaRPr lang="en-US" sz="7400" b="1" dirty="0">
              <a:solidFill>
                <a:srgbClr val="FFFFFF"/>
              </a:solidFill>
              <a:latin typeface="Tex Gyre Termes Bold"/>
              <a:ea typeface="Tex Gyre Termes Bold"/>
              <a:cs typeface="Tex Gyre Termes Bold"/>
              <a:sym typeface="Tex Gyre Termes Bold"/>
            </a:endParaRPr>
          </a:p>
        </p:txBody>
      </p:sp>
      <p:grpSp>
        <p:nvGrpSpPr>
          <p:cNvPr id="163" name="Group 163"/>
          <p:cNvGrpSpPr/>
          <p:nvPr/>
        </p:nvGrpSpPr>
        <p:grpSpPr>
          <a:xfrm>
            <a:off x="512404" y="36468678"/>
            <a:ext cx="14763065" cy="1854262"/>
            <a:chOff x="0" y="0"/>
            <a:chExt cx="1234508" cy="155056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234508" cy="155056"/>
            </a:xfrm>
            <a:custGeom>
              <a:avLst/>
              <a:gdLst/>
              <a:ahLst/>
              <a:cxnLst/>
              <a:rect l="l" t="t" r="r" b="b"/>
              <a:pathLst>
                <a:path w="1234508" h="155056">
                  <a:moveTo>
                    <a:pt x="52441" y="0"/>
                  </a:moveTo>
                  <a:lnTo>
                    <a:pt x="1182067" y="0"/>
                  </a:lnTo>
                  <a:cubicBezTo>
                    <a:pt x="1211029" y="0"/>
                    <a:pt x="1234508" y="23479"/>
                    <a:pt x="1234508" y="52441"/>
                  </a:cubicBezTo>
                  <a:lnTo>
                    <a:pt x="1234508" y="102615"/>
                  </a:lnTo>
                  <a:cubicBezTo>
                    <a:pt x="1234508" y="116523"/>
                    <a:pt x="1228983" y="129862"/>
                    <a:pt x="1219149" y="139696"/>
                  </a:cubicBezTo>
                  <a:cubicBezTo>
                    <a:pt x="1209314" y="149531"/>
                    <a:pt x="1195975" y="155056"/>
                    <a:pt x="1182067" y="155056"/>
                  </a:cubicBezTo>
                  <a:lnTo>
                    <a:pt x="52441" y="155056"/>
                  </a:lnTo>
                  <a:cubicBezTo>
                    <a:pt x="23479" y="155056"/>
                    <a:pt x="0" y="131577"/>
                    <a:pt x="0" y="102615"/>
                  </a:cubicBezTo>
                  <a:lnTo>
                    <a:pt x="0" y="52441"/>
                  </a:lnTo>
                  <a:cubicBezTo>
                    <a:pt x="0" y="23479"/>
                    <a:pt x="23479" y="0"/>
                    <a:pt x="52441" y="0"/>
                  </a:cubicBezTo>
                  <a:close/>
                </a:path>
              </a:pathLst>
            </a:custGeom>
            <a:solidFill>
              <a:srgbClr val="014B8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0" y="-152400"/>
              <a:ext cx="1234508" cy="307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89"/>
                </a:lnSpc>
              </a:pPr>
              <a:endParaRPr/>
            </a:p>
          </p:txBody>
        </p:sp>
      </p:grpSp>
      <p:sp>
        <p:nvSpPr>
          <p:cNvPr id="166" name="TextBox 166"/>
          <p:cNvSpPr txBox="1"/>
          <p:nvPr/>
        </p:nvSpPr>
        <p:spPr>
          <a:xfrm>
            <a:off x="4228303" y="36733313"/>
            <a:ext cx="7192800" cy="127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 dirty="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RESULTADOS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934292" y="14167987"/>
            <a:ext cx="14590558" cy="7336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89"/>
              </a:lnSpc>
              <a:spcBef>
                <a:spcPct val="0"/>
              </a:spcBef>
            </a:pP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espaço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apresente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contextualização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abordando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forma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clara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investigado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relevância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científica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social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ambiental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bem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principal do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trabalho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Destaque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principais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conceitos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teóricos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sustentam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discussão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grpSp>
        <p:nvGrpSpPr>
          <p:cNvPr id="168" name="Group 168"/>
          <p:cNvGrpSpPr/>
          <p:nvPr/>
        </p:nvGrpSpPr>
        <p:grpSpPr>
          <a:xfrm>
            <a:off x="934292" y="22170995"/>
            <a:ext cx="14590558" cy="1854262"/>
            <a:chOff x="0" y="0"/>
            <a:chExt cx="1220083" cy="155056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1220083" cy="155056"/>
            </a:xfrm>
            <a:custGeom>
              <a:avLst/>
              <a:gdLst/>
              <a:ahLst/>
              <a:cxnLst/>
              <a:rect l="l" t="t" r="r" b="b"/>
              <a:pathLst>
                <a:path w="1220083" h="155056">
                  <a:moveTo>
                    <a:pt x="53061" y="0"/>
                  </a:moveTo>
                  <a:lnTo>
                    <a:pt x="1167022" y="0"/>
                  </a:lnTo>
                  <a:cubicBezTo>
                    <a:pt x="1196327" y="0"/>
                    <a:pt x="1220083" y="23756"/>
                    <a:pt x="1220083" y="53061"/>
                  </a:cubicBezTo>
                  <a:lnTo>
                    <a:pt x="1220083" y="101995"/>
                  </a:lnTo>
                  <a:cubicBezTo>
                    <a:pt x="1220083" y="131300"/>
                    <a:pt x="1196327" y="155056"/>
                    <a:pt x="1167022" y="155056"/>
                  </a:cubicBezTo>
                  <a:lnTo>
                    <a:pt x="53061" y="155056"/>
                  </a:lnTo>
                  <a:cubicBezTo>
                    <a:pt x="23756" y="155056"/>
                    <a:pt x="0" y="131300"/>
                    <a:pt x="0" y="101995"/>
                  </a:cubicBezTo>
                  <a:lnTo>
                    <a:pt x="0" y="53061"/>
                  </a:lnTo>
                  <a:cubicBezTo>
                    <a:pt x="0" y="23756"/>
                    <a:pt x="23756" y="0"/>
                    <a:pt x="53061" y="0"/>
                  </a:cubicBezTo>
                  <a:close/>
                </a:path>
              </a:pathLst>
            </a:custGeom>
            <a:solidFill>
              <a:srgbClr val="014B8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0" y="-152400"/>
              <a:ext cx="1220083" cy="307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89"/>
                </a:lnSpc>
              </a:pPr>
              <a:endParaRPr/>
            </a:p>
          </p:txBody>
        </p:sp>
      </p:grpSp>
      <p:sp>
        <p:nvSpPr>
          <p:cNvPr id="171" name="TextBox 171"/>
          <p:cNvSpPr txBox="1"/>
          <p:nvPr/>
        </p:nvSpPr>
        <p:spPr>
          <a:xfrm>
            <a:off x="4279277" y="22392540"/>
            <a:ext cx="7900588" cy="127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 dirty="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METODOLOGIA</a:t>
            </a:r>
          </a:p>
        </p:txBody>
      </p:sp>
      <p:sp>
        <p:nvSpPr>
          <p:cNvPr id="172" name="Freeform 172"/>
          <p:cNvSpPr/>
          <p:nvPr/>
        </p:nvSpPr>
        <p:spPr>
          <a:xfrm>
            <a:off x="4819142" y="29377139"/>
            <a:ext cx="5368561" cy="5581680"/>
          </a:xfrm>
          <a:custGeom>
            <a:avLst/>
            <a:gdLst/>
            <a:ahLst/>
            <a:cxnLst/>
            <a:rect l="l" t="t" r="r" b="b"/>
            <a:pathLst>
              <a:path w="5368561" h="5581680">
                <a:moveTo>
                  <a:pt x="0" y="0"/>
                </a:moveTo>
                <a:lnTo>
                  <a:pt x="5368561" y="0"/>
                </a:lnTo>
                <a:lnTo>
                  <a:pt x="5368561" y="5581681"/>
                </a:lnTo>
                <a:lnTo>
                  <a:pt x="0" y="5581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3" name="TextBox 173"/>
          <p:cNvSpPr txBox="1"/>
          <p:nvPr/>
        </p:nvSpPr>
        <p:spPr>
          <a:xfrm>
            <a:off x="934292" y="24539606"/>
            <a:ext cx="14590558" cy="314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89"/>
              </a:lnSpc>
              <a:spcBef>
                <a:spcPct val="0"/>
              </a:spcBef>
            </a:pPr>
            <a:r>
              <a:rPr lang="en-US" sz="5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Descreva a pesquisa, dados, fontess, método de análise e período do estudo. Apresentada em texto ou em  fluxograma metodológico.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934292" y="28018240"/>
            <a:ext cx="11915374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1. Diagrama metodológico da pesquisa.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934292" y="35292196"/>
            <a:ext cx="10236152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</a:t>
            </a:r>
            <a:r>
              <a:rPr lang="en-US" sz="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Elaborado</a:t>
            </a: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pelos</a:t>
            </a: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</a:t>
            </a: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2026.</a:t>
            </a:r>
          </a:p>
        </p:txBody>
      </p:sp>
      <p:grpSp>
        <p:nvGrpSpPr>
          <p:cNvPr id="176" name="Group 176"/>
          <p:cNvGrpSpPr/>
          <p:nvPr/>
        </p:nvGrpSpPr>
        <p:grpSpPr>
          <a:xfrm>
            <a:off x="16983036" y="28758498"/>
            <a:ext cx="14641298" cy="13188964"/>
            <a:chOff x="0" y="-9451071"/>
            <a:chExt cx="19521732" cy="17585286"/>
          </a:xfrm>
        </p:grpSpPr>
        <p:grpSp>
          <p:nvGrpSpPr>
            <p:cNvPr id="177" name="Group 177"/>
            <p:cNvGrpSpPr/>
            <p:nvPr/>
          </p:nvGrpSpPr>
          <p:grpSpPr>
            <a:xfrm>
              <a:off x="0" y="-9451071"/>
              <a:ext cx="19521732" cy="11940525"/>
              <a:chOff x="0" y="-592735"/>
              <a:chExt cx="1224326" cy="748864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4243" y="-592735"/>
                <a:ext cx="1220083" cy="156129"/>
              </a:xfrm>
              <a:custGeom>
                <a:avLst/>
                <a:gdLst/>
                <a:ahLst/>
                <a:cxnLst/>
                <a:rect l="l" t="t" r="r" b="b"/>
                <a:pathLst>
                  <a:path w="1220083" h="156129">
                    <a:moveTo>
                      <a:pt x="53061" y="0"/>
                    </a:moveTo>
                    <a:lnTo>
                      <a:pt x="1167022" y="0"/>
                    </a:lnTo>
                    <a:cubicBezTo>
                      <a:pt x="1196327" y="0"/>
                      <a:pt x="1220083" y="23756"/>
                      <a:pt x="1220083" y="53061"/>
                    </a:cubicBezTo>
                    <a:lnTo>
                      <a:pt x="1220083" y="103068"/>
                    </a:lnTo>
                    <a:cubicBezTo>
                      <a:pt x="1220083" y="132372"/>
                      <a:pt x="1196327" y="156129"/>
                      <a:pt x="1167022" y="156129"/>
                    </a:cubicBezTo>
                    <a:lnTo>
                      <a:pt x="53061" y="156129"/>
                    </a:lnTo>
                    <a:cubicBezTo>
                      <a:pt x="23756" y="156129"/>
                      <a:pt x="0" y="132372"/>
                      <a:pt x="0" y="103068"/>
                    </a:cubicBezTo>
                    <a:lnTo>
                      <a:pt x="0" y="53061"/>
                    </a:lnTo>
                    <a:cubicBezTo>
                      <a:pt x="0" y="23756"/>
                      <a:pt x="23756" y="0"/>
                      <a:pt x="53061" y="0"/>
                    </a:cubicBezTo>
                    <a:close/>
                  </a:path>
                </a:pathLst>
              </a:custGeom>
              <a:solidFill>
                <a:srgbClr val="014B89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0" y="-152400"/>
                <a:ext cx="1220083" cy="3085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8289"/>
                  </a:lnSpc>
                </a:pPr>
                <a:endParaRPr/>
              </a:p>
            </p:txBody>
          </p:sp>
        </p:grpSp>
        <p:sp>
          <p:nvSpPr>
            <p:cNvPr id="180" name="TextBox 180"/>
            <p:cNvSpPr txBox="1"/>
            <p:nvPr/>
          </p:nvSpPr>
          <p:spPr>
            <a:xfrm>
              <a:off x="3347779" y="-9113852"/>
              <a:ext cx="12442104" cy="1688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360"/>
                </a:lnSpc>
              </a:pPr>
              <a:r>
                <a:rPr lang="en-US" sz="7400" b="1" dirty="0">
                  <a:solidFill>
                    <a:srgbClr val="FFFFFF"/>
                  </a:solidFill>
                  <a:latin typeface="Tex Gyre Termes Bold"/>
                  <a:ea typeface="Tex Gyre Termes Bold"/>
                  <a:cs typeface="Tex Gyre Termes Bold"/>
                  <a:sym typeface="Tex Gyre Termes Bold"/>
                </a:rPr>
                <a:t>AGRADECIMENTOS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67656" y="-6242128"/>
              <a:ext cx="19002351" cy="2745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8289"/>
                </a:lnSpc>
                <a:spcBef>
                  <a:spcPct val="0"/>
                </a:spcBef>
              </a:pPr>
              <a:r>
                <a:rPr lang="en-US" sz="592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Agradeça</a:t>
              </a:r>
              <a:r>
                <a:rPr lang="en-US" sz="592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592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às</a:t>
              </a:r>
              <a:r>
                <a:rPr lang="en-US" sz="592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592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instituições</a:t>
              </a:r>
              <a:r>
                <a:rPr lang="en-US" sz="592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592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agências</a:t>
              </a:r>
              <a:r>
                <a:rPr lang="en-US" sz="592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 </a:t>
              </a:r>
              <a:r>
                <a:rPr lang="en-US" sz="592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fomento</a:t>
              </a:r>
              <a:r>
                <a:rPr lang="en-US" sz="592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592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orientadores</a:t>
              </a:r>
              <a:r>
                <a:rPr lang="en-US" sz="592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etc.</a:t>
              </a:r>
            </a:p>
          </p:txBody>
        </p:sp>
        <p:grpSp>
          <p:nvGrpSpPr>
            <p:cNvPr id="182" name="Group 182"/>
            <p:cNvGrpSpPr/>
            <p:nvPr/>
          </p:nvGrpSpPr>
          <p:grpSpPr>
            <a:xfrm>
              <a:off x="7489453" y="2302950"/>
              <a:ext cx="6619194" cy="5831265"/>
              <a:chOff x="0" y="-152400"/>
              <a:chExt cx="415130" cy="365714"/>
            </a:xfrm>
          </p:grpSpPr>
          <p:sp>
            <p:nvSpPr>
              <p:cNvPr id="183" name="Freeform 183"/>
              <p:cNvSpPr/>
              <p:nvPr/>
            </p:nvSpPr>
            <p:spPr>
              <a:xfrm>
                <a:off x="0" y="58258"/>
                <a:ext cx="415130" cy="155056"/>
              </a:xfrm>
              <a:custGeom>
                <a:avLst/>
                <a:gdLst/>
                <a:ahLst/>
                <a:cxnLst/>
                <a:rect l="l" t="t" r="r" b="b"/>
                <a:pathLst>
                  <a:path w="415130" h="155056">
                    <a:moveTo>
                      <a:pt x="77528" y="0"/>
                    </a:moveTo>
                    <a:lnTo>
                      <a:pt x="337602" y="0"/>
                    </a:lnTo>
                    <a:cubicBezTo>
                      <a:pt x="358163" y="0"/>
                      <a:pt x="377883" y="8168"/>
                      <a:pt x="392422" y="22707"/>
                    </a:cubicBezTo>
                    <a:cubicBezTo>
                      <a:pt x="406962" y="37247"/>
                      <a:pt x="415130" y="56966"/>
                      <a:pt x="415130" y="77528"/>
                    </a:cubicBezTo>
                    <a:lnTo>
                      <a:pt x="415130" y="77528"/>
                    </a:lnTo>
                    <a:cubicBezTo>
                      <a:pt x="415130" y="98090"/>
                      <a:pt x="406962" y="117809"/>
                      <a:pt x="392422" y="132349"/>
                    </a:cubicBezTo>
                    <a:cubicBezTo>
                      <a:pt x="377883" y="146888"/>
                      <a:pt x="358163" y="155056"/>
                      <a:pt x="337602" y="155056"/>
                    </a:cubicBezTo>
                    <a:lnTo>
                      <a:pt x="77528" y="155056"/>
                    </a:lnTo>
                    <a:cubicBezTo>
                      <a:pt x="56966" y="155056"/>
                      <a:pt x="37247" y="146888"/>
                      <a:pt x="22707" y="132349"/>
                    </a:cubicBezTo>
                    <a:cubicBezTo>
                      <a:pt x="8168" y="117809"/>
                      <a:pt x="0" y="98090"/>
                      <a:pt x="0" y="77528"/>
                    </a:cubicBezTo>
                    <a:lnTo>
                      <a:pt x="0" y="77528"/>
                    </a:lnTo>
                    <a:cubicBezTo>
                      <a:pt x="0" y="56966"/>
                      <a:pt x="8168" y="37247"/>
                      <a:pt x="22707" y="22707"/>
                    </a:cubicBezTo>
                    <a:cubicBezTo>
                      <a:pt x="37247" y="8168"/>
                      <a:pt x="56966" y="0"/>
                      <a:pt x="77528" y="0"/>
                    </a:cubicBezTo>
                    <a:close/>
                  </a:path>
                </a:pathLst>
              </a:custGeom>
              <a:ln w="762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" name="TextBox 184"/>
              <p:cNvSpPr txBox="1"/>
              <p:nvPr/>
            </p:nvSpPr>
            <p:spPr>
              <a:xfrm>
                <a:off x="0" y="-152400"/>
                <a:ext cx="415130" cy="3074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8289"/>
                  </a:lnSpc>
                </a:pPr>
                <a:endParaRPr/>
              </a:p>
            </p:txBody>
          </p:sp>
        </p:grpSp>
        <p:sp>
          <p:nvSpPr>
            <p:cNvPr id="185" name="TextBox 185"/>
            <p:cNvSpPr txBox="1"/>
            <p:nvPr/>
          </p:nvSpPr>
          <p:spPr>
            <a:xfrm>
              <a:off x="8607478" y="6148807"/>
              <a:ext cx="4545900" cy="1414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09"/>
                </a:lnSpc>
                <a:spcBef>
                  <a:spcPct val="0"/>
                </a:spcBef>
              </a:pPr>
              <a:r>
                <a:rPr lang="en-US" sz="622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LOGOS</a:t>
              </a:r>
            </a:p>
          </p:txBody>
        </p:sp>
      </p:grpSp>
      <p:sp>
        <p:nvSpPr>
          <p:cNvPr id="186" name="Freeform 186"/>
          <p:cNvSpPr/>
          <p:nvPr/>
        </p:nvSpPr>
        <p:spPr>
          <a:xfrm>
            <a:off x="27200024" y="13668539"/>
            <a:ext cx="3811841" cy="4087766"/>
          </a:xfrm>
          <a:custGeom>
            <a:avLst/>
            <a:gdLst/>
            <a:ahLst/>
            <a:cxnLst/>
            <a:rect l="l" t="t" r="r" b="b"/>
            <a:pathLst>
              <a:path w="3811841" h="4087766">
                <a:moveTo>
                  <a:pt x="0" y="0"/>
                </a:moveTo>
                <a:lnTo>
                  <a:pt x="3811841" y="0"/>
                </a:lnTo>
                <a:lnTo>
                  <a:pt x="3811841" y="4087766"/>
                </a:lnTo>
                <a:lnTo>
                  <a:pt x="0" y="4087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7" name="Freeform 187"/>
          <p:cNvSpPr/>
          <p:nvPr/>
        </p:nvSpPr>
        <p:spPr>
          <a:xfrm>
            <a:off x="22024066" y="13280205"/>
            <a:ext cx="4804482" cy="4577361"/>
          </a:xfrm>
          <a:custGeom>
            <a:avLst/>
            <a:gdLst/>
            <a:ahLst/>
            <a:cxnLst/>
            <a:rect l="l" t="t" r="r" b="b"/>
            <a:pathLst>
              <a:path w="4804482" h="4577361">
                <a:moveTo>
                  <a:pt x="0" y="0"/>
                </a:moveTo>
                <a:lnTo>
                  <a:pt x="4804482" y="0"/>
                </a:lnTo>
                <a:lnTo>
                  <a:pt x="4804482" y="4577361"/>
                </a:lnTo>
                <a:lnTo>
                  <a:pt x="0" y="4577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8" name="Freeform 188"/>
          <p:cNvSpPr/>
          <p:nvPr/>
        </p:nvSpPr>
        <p:spPr>
          <a:xfrm>
            <a:off x="17114007" y="13869134"/>
            <a:ext cx="4538584" cy="3498836"/>
          </a:xfrm>
          <a:custGeom>
            <a:avLst/>
            <a:gdLst/>
            <a:ahLst/>
            <a:cxnLst/>
            <a:rect l="l" t="t" r="r" b="b"/>
            <a:pathLst>
              <a:path w="4538584" h="3498836">
                <a:moveTo>
                  <a:pt x="0" y="0"/>
                </a:moveTo>
                <a:lnTo>
                  <a:pt x="4538584" y="0"/>
                </a:lnTo>
                <a:lnTo>
                  <a:pt x="4538584" y="3498835"/>
                </a:lnTo>
                <a:lnTo>
                  <a:pt x="0" y="34988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9" name="TextBox 189"/>
          <p:cNvSpPr txBox="1"/>
          <p:nvPr/>
        </p:nvSpPr>
        <p:spPr>
          <a:xfrm>
            <a:off x="934292" y="38765041"/>
            <a:ext cx="14269533" cy="4193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89"/>
              </a:lnSpc>
              <a:spcBef>
                <a:spcPct val="0"/>
              </a:spcBef>
            </a:pP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Destaque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relevantes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relacionando-os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Utilize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gráficos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tabelas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tópicos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facilitar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compreensão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dos dados.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17114007" y="11921305"/>
            <a:ext cx="11915374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Tabela</a:t>
            </a: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</a:t>
            </a:r>
            <a:r>
              <a:rPr lang="en-US" sz="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Síntese</a:t>
            </a: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dos dados </a:t>
            </a:r>
            <a:r>
              <a:rPr lang="en-US" sz="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analisados</a:t>
            </a:r>
            <a:endParaRPr lang="en-US" sz="5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TextBox 191"/>
          <p:cNvSpPr txBox="1"/>
          <p:nvPr/>
        </p:nvSpPr>
        <p:spPr>
          <a:xfrm>
            <a:off x="17209774" y="18190941"/>
            <a:ext cx="10054702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</a:t>
            </a:r>
            <a:r>
              <a:rPr lang="en-US" sz="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Elaborado</a:t>
            </a: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pelos</a:t>
            </a: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</a:t>
            </a: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2026.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17102727" y="22118476"/>
            <a:ext cx="14269533" cy="628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89"/>
              </a:lnSpc>
              <a:spcBef>
                <a:spcPct val="0"/>
              </a:spcBef>
            </a:pP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Apresente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principais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conclusões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trabalho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relacionando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-as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obtidos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Destaque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contribuições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estudo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área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suas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possíveis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limitações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sugestões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futuras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grpSp>
        <p:nvGrpSpPr>
          <p:cNvPr id="193" name="Group 193"/>
          <p:cNvGrpSpPr/>
          <p:nvPr/>
        </p:nvGrpSpPr>
        <p:grpSpPr>
          <a:xfrm>
            <a:off x="17102726" y="19749865"/>
            <a:ext cx="14774346" cy="1776686"/>
            <a:chOff x="0" y="0"/>
            <a:chExt cx="1235452" cy="148569"/>
          </a:xfrm>
        </p:grpSpPr>
        <p:sp>
          <p:nvSpPr>
            <p:cNvPr id="194" name="Freeform 194"/>
            <p:cNvSpPr/>
            <p:nvPr/>
          </p:nvSpPr>
          <p:spPr>
            <a:xfrm>
              <a:off x="0" y="0"/>
              <a:ext cx="1235452" cy="148569"/>
            </a:xfrm>
            <a:custGeom>
              <a:avLst/>
              <a:gdLst/>
              <a:ahLst/>
              <a:cxnLst/>
              <a:rect l="l" t="t" r="r" b="b"/>
              <a:pathLst>
                <a:path w="1235452" h="148569">
                  <a:moveTo>
                    <a:pt x="52401" y="0"/>
                  </a:moveTo>
                  <a:lnTo>
                    <a:pt x="1183050" y="0"/>
                  </a:lnTo>
                  <a:cubicBezTo>
                    <a:pt x="1211991" y="0"/>
                    <a:pt x="1235452" y="23461"/>
                    <a:pt x="1235452" y="52401"/>
                  </a:cubicBezTo>
                  <a:lnTo>
                    <a:pt x="1235452" y="96168"/>
                  </a:lnTo>
                  <a:cubicBezTo>
                    <a:pt x="1235452" y="125108"/>
                    <a:pt x="1211991" y="148569"/>
                    <a:pt x="1183050" y="148569"/>
                  </a:cubicBezTo>
                  <a:lnTo>
                    <a:pt x="52401" y="148569"/>
                  </a:lnTo>
                  <a:cubicBezTo>
                    <a:pt x="23461" y="148569"/>
                    <a:pt x="0" y="125108"/>
                    <a:pt x="0" y="96168"/>
                  </a:cubicBezTo>
                  <a:lnTo>
                    <a:pt x="0" y="52401"/>
                  </a:lnTo>
                  <a:cubicBezTo>
                    <a:pt x="0" y="23461"/>
                    <a:pt x="23461" y="0"/>
                    <a:pt x="52401" y="0"/>
                  </a:cubicBezTo>
                  <a:close/>
                </a:path>
              </a:pathLst>
            </a:custGeom>
            <a:solidFill>
              <a:srgbClr val="014B8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0" y="-152400"/>
              <a:ext cx="1235452" cy="300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89"/>
                </a:lnSpc>
              </a:pPr>
              <a:endParaRPr/>
            </a:p>
          </p:txBody>
        </p:sp>
      </p:grpSp>
      <p:sp>
        <p:nvSpPr>
          <p:cNvPr id="196" name="TextBox 196"/>
          <p:cNvSpPr txBox="1"/>
          <p:nvPr/>
        </p:nvSpPr>
        <p:spPr>
          <a:xfrm>
            <a:off x="19829750" y="19928279"/>
            <a:ext cx="9331578" cy="127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 dirty="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CONCLUSÕES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564962" y="34958820"/>
            <a:ext cx="14785628" cy="36605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8289"/>
              </a:lnSpc>
            </a:pPr>
            <a:endParaRPr/>
          </a:p>
        </p:txBody>
      </p:sp>
      <p:sp>
        <p:nvSpPr>
          <p:cNvPr id="203" name="AutoShape 203"/>
          <p:cNvSpPr/>
          <p:nvPr/>
        </p:nvSpPr>
        <p:spPr>
          <a:xfrm flipH="1">
            <a:off x="16200794" y="11618401"/>
            <a:ext cx="0" cy="31100141"/>
          </a:xfrm>
          <a:prstGeom prst="line">
            <a:avLst/>
          </a:prstGeom>
          <a:ln w="38100" cap="flat">
            <a:solidFill>
              <a:srgbClr val="303133">
                <a:alpha val="67843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04" name="TextBox 198"/>
          <p:cNvSpPr txBox="1"/>
          <p:nvPr/>
        </p:nvSpPr>
        <p:spPr>
          <a:xfrm>
            <a:off x="17045059" y="36355694"/>
            <a:ext cx="14269533" cy="3107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89"/>
              </a:lnSpc>
              <a:spcBef>
                <a:spcPct val="0"/>
              </a:spcBef>
            </a:pP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Liste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principais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referências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utilizadas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trabalho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apenas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essenciais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fundamentaram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592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Padrão</a:t>
            </a:r>
            <a:r>
              <a:rPr lang="en-US" sz="59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ABNT.</a:t>
            </a:r>
          </a:p>
        </p:txBody>
      </p:sp>
      <p:sp>
        <p:nvSpPr>
          <p:cNvPr id="205" name="Freeform 200"/>
          <p:cNvSpPr/>
          <p:nvPr/>
        </p:nvSpPr>
        <p:spPr>
          <a:xfrm>
            <a:off x="17033778" y="33948982"/>
            <a:ext cx="14785628" cy="1838093"/>
          </a:xfrm>
          <a:custGeom>
            <a:avLst/>
            <a:gdLst/>
            <a:ahLst/>
            <a:cxnLst/>
            <a:rect l="l" t="t" r="r" b="b"/>
            <a:pathLst>
              <a:path w="1236395" h="153704">
                <a:moveTo>
                  <a:pt x="52361" y="0"/>
                </a:moveTo>
                <a:lnTo>
                  <a:pt x="1184034" y="0"/>
                </a:lnTo>
                <a:cubicBezTo>
                  <a:pt x="1212952" y="0"/>
                  <a:pt x="1236395" y="23443"/>
                  <a:pt x="1236395" y="52361"/>
                </a:cubicBezTo>
                <a:lnTo>
                  <a:pt x="1236395" y="101343"/>
                </a:lnTo>
                <a:cubicBezTo>
                  <a:pt x="1236395" y="130261"/>
                  <a:pt x="1212952" y="153704"/>
                  <a:pt x="1184034" y="153704"/>
                </a:cubicBezTo>
                <a:lnTo>
                  <a:pt x="52361" y="153704"/>
                </a:lnTo>
                <a:cubicBezTo>
                  <a:pt x="23443" y="153704"/>
                  <a:pt x="0" y="130261"/>
                  <a:pt x="0" y="101343"/>
                </a:cubicBezTo>
                <a:lnTo>
                  <a:pt x="0" y="52361"/>
                </a:lnTo>
                <a:cubicBezTo>
                  <a:pt x="0" y="23443"/>
                  <a:pt x="23443" y="0"/>
                  <a:pt x="52361" y="0"/>
                </a:cubicBezTo>
                <a:close/>
              </a:path>
            </a:pathLst>
          </a:custGeom>
          <a:solidFill>
            <a:srgbClr val="014B89"/>
          </a:solidFill>
        </p:spPr>
        <p:txBody>
          <a:bodyPr/>
          <a:lstStyle/>
          <a:p>
            <a:endParaRPr lang="pt-BR"/>
          </a:p>
        </p:txBody>
      </p:sp>
      <p:sp>
        <p:nvSpPr>
          <p:cNvPr id="206" name="TextBox 202"/>
          <p:cNvSpPr txBox="1"/>
          <p:nvPr/>
        </p:nvSpPr>
        <p:spPr>
          <a:xfrm>
            <a:off x="19760803" y="34279091"/>
            <a:ext cx="9331579" cy="1266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 dirty="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REFERÊNCIAS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236</Words>
  <Application>Microsoft Office PowerPoint</Application>
  <PresentationFormat>Personalizar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Calibri</vt:lpstr>
      <vt:lpstr>Tex Gyre Termes Bold</vt:lpstr>
      <vt:lpstr>Track</vt:lpstr>
      <vt:lpstr>Times New Roman</vt:lpstr>
      <vt:lpstr>Times New Roman Bold</vt:lpstr>
      <vt:lpstr>Arial</vt:lpstr>
      <vt:lpstr>Atsanee Bold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XIII SPGCST - Banner</dc:title>
  <cp:lastModifiedBy>Sara Bastos de Oliveira</cp:lastModifiedBy>
  <cp:revision>7</cp:revision>
  <dcterms:created xsi:type="dcterms:W3CDTF">2006-08-16T00:00:00Z</dcterms:created>
  <dcterms:modified xsi:type="dcterms:W3CDTF">2026-07-06T19:59:04Z</dcterms:modified>
  <dc:identifier>DAHOK_s0PxY</dc:identifier>
</cp:coreProperties>
</file>